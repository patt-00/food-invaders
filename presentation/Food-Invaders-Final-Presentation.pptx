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a73caeeab9491d" /><Relationship Type="http://schemas.openxmlformats.org/officeDocument/2006/relationships/extended-properties" Target="/docProps/app.xml" Id="Rea0bb6e3ea5f48cc" /><Relationship Type="http://schemas.openxmlformats.org/officeDocument/2006/relationships/officeDocument" Target="/ppt/presentation.xml" Id="R20e75c430bd8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80068a4f54f4d"/>
  </p:sldMasterIdLst>
  <p:notesMasterIdLst>
    <p:notesMasterId xmlns:r="http://schemas.openxmlformats.org/officeDocument/2006/relationships" r:id="R016b2e1b9b0f4f72"/>
  </p:notesMasterIdLst>
  <p:sldIdLst>
    <p:sldId xmlns:r="http://schemas.openxmlformats.org/officeDocument/2006/relationships" id="256" r:id="R5f6ca7b5f6384714"/>
    <p:sldId xmlns:r="http://schemas.openxmlformats.org/officeDocument/2006/relationships" id="257" r:id="Ra80e74d1776345d4"/>
    <p:sldId xmlns:r="http://schemas.openxmlformats.org/officeDocument/2006/relationships" id="258" r:id="R7b5ca3ca180548c1"/>
    <p:sldId xmlns:r="http://schemas.openxmlformats.org/officeDocument/2006/relationships" id="259" r:id="R1b0a4fdd18964169"/>
    <p:sldId xmlns:r="http://schemas.openxmlformats.org/officeDocument/2006/relationships" id="260" r:id="Rcd8638e94fc04ea7"/>
    <p:sldId xmlns:r="http://schemas.openxmlformats.org/officeDocument/2006/relationships" id="261" r:id="Rdd4e6dc085714288"/>
    <p:sldId xmlns:r="http://schemas.openxmlformats.org/officeDocument/2006/relationships" id="262" r:id="Ra26df10dd0e944f1"/>
    <p:sldId xmlns:r="http://schemas.openxmlformats.org/officeDocument/2006/relationships" id="263" r:id="R2bc310035f88477a"/>
    <p:sldId xmlns:r="http://schemas.openxmlformats.org/officeDocument/2006/relationships" id="264" r:id="R8fded933058f40b5"/>
    <p:sldId xmlns:r="http://schemas.openxmlformats.org/officeDocument/2006/relationships" id="265" r:id="Reda9038815474b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5a3fda8f6840c1" /><Relationship Type="http://schemas.openxmlformats.org/officeDocument/2006/relationships/slideMaster" Target="/ppt/slideMasters/slideMaster1.xml" Id="Rd8a80068a4f54f4d" /><Relationship Type="http://schemas.openxmlformats.org/officeDocument/2006/relationships/notesMaster" Target="/ppt/notesMasters/notesMaster1.xml" Id="R016b2e1b9b0f4f72" /><Relationship Type="http://schemas.openxmlformats.org/officeDocument/2006/relationships/presProps" Target="/ppt/presProps.xml" Id="R452badec998542d5" /><Relationship Type="http://schemas.openxmlformats.org/officeDocument/2006/relationships/tableStyles" Target="/ppt/tableStyles.xml" Id="R837bdefd5bca41e0" /><Relationship Type="http://schemas.openxmlformats.org/officeDocument/2006/relationships/slide" Target="/ppt/slides/slide1.xml" Id="R5f6ca7b5f6384714" /><Relationship Type="http://schemas.openxmlformats.org/officeDocument/2006/relationships/slide" Target="/ppt/slides/slide2.xml" Id="Ra80e74d1776345d4" /><Relationship Type="http://schemas.openxmlformats.org/officeDocument/2006/relationships/slide" Target="/ppt/slides/slide3.xml" Id="R7b5ca3ca180548c1" /><Relationship Type="http://schemas.openxmlformats.org/officeDocument/2006/relationships/slide" Target="/ppt/slides/slide4.xml" Id="R1b0a4fdd18964169" /><Relationship Type="http://schemas.openxmlformats.org/officeDocument/2006/relationships/slide" Target="/ppt/slides/slide5.xml" Id="Rcd8638e94fc04ea7" /><Relationship Type="http://schemas.openxmlformats.org/officeDocument/2006/relationships/slide" Target="/ppt/slides/slide6.xml" Id="Rdd4e6dc085714288" /><Relationship Type="http://schemas.openxmlformats.org/officeDocument/2006/relationships/slide" Target="/ppt/slides/slide7.xml" Id="Ra26df10dd0e944f1" /><Relationship Type="http://schemas.openxmlformats.org/officeDocument/2006/relationships/slide" Target="/ppt/slides/slide8.xml" Id="R2bc310035f88477a" /><Relationship Type="http://schemas.openxmlformats.org/officeDocument/2006/relationships/slide" Target="/ppt/slides/slide9.xml" Id="R8fded933058f40b5" /><Relationship Type="http://schemas.openxmlformats.org/officeDocument/2006/relationships/slide" Target="/ppt/slides/slide10.xml" Id="Reda9038815474b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d72fb0a0de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ac3dd60cbf4ba7" /><Relationship Type="http://schemas.openxmlformats.org/officeDocument/2006/relationships/notesMaster" Target="/ppt/notesMasters/notesMaster1.xml" Id="R84e5aed4191b40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16717b7fc4d8f" /><Relationship Type="http://schemas.openxmlformats.org/officeDocument/2006/relationships/notesMaster" Target="/ppt/notesMasters/notesMaster1.xml" Id="Rb3f44bdac0d447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639d431bbf4d12" /><Relationship Type="http://schemas.openxmlformats.org/officeDocument/2006/relationships/notesMaster" Target="/ppt/notesMasters/notesMaster1.xml" Id="R43ac6e62070c48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8b77b2d8904eb9" /><Relationship Type="http://schemas.openxmlformats.org/officeDocument/2006/relationships/notesMaster" Target="/ppt/notesMasters/notesMaster1.xml" Id="R9bfa85a0ad4f4a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0b1fea5544be6" /><Relationship Type="http://schemas.openxmlformats.org/officeDocument/2006/relationships/notesMaster" Target="/ppt/notesMasters/notesMaster1.xml" Id="Rd25d75a26f6849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78dbdc026b4749" /><Relationship Type="http://schemas.openxmlformats.org/officeDocument/2006/relationships/notesMaster" Target="/ppt/notesMasters/notesMaster1.xml" Id="R79f6e4e1aac344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e533090b0434d" /><Relationship Type="http://schemas.openxmlformats.org/officeDocument/2006/relationships/notesMaster" Target="/ppt/notesMasters/notesMaster1.xml" Id="Rca1c429eb87340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26ad94229b483c" /><Relationship Type="http://schemas.openxmlformats.org/officeDocument/2006/relationships/notesMaster" Target="/ppt/notesMasters/notesMaster1.xml" Id="R8c12bec14f8e42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81f14139b1430c" /><Relationship Type="http://schemas.openxmlformats.org/officeDocument/2006/relationships/notesMaster" Target="/ppt/notesMasters/notesMaster1.xml" Id="Re3f159986a1545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a1b5f538364e83" /><Relationship Type="http://schemas.openxmlformats.org/officeDocument/2006/relationships/notesMaster" Target="/ppt/notesMasters/notesMaster1.xml" Id="Rd65807a47f494f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Food Invaders is a real-mode Assembly game based on the Space Invaders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asm-space-invaders-main/README.md and the CS 003 group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group selected the existing Space Invaders concept and changed mechanics as well as the theme.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asm-space-invaders-main/modules/enemy.asm, modules/encounter.asm, modules/bullet.asm, modules/features.asm,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control names on the slide. The game ignores unassigned keys during 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asm-space-invaders-main/modules/menu.asm, main.asm,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ASCII blocks are excerpts copied from the source artwork used by the game. The title screen and gameplay draw full designs.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asm-space-invaders-main/assets/player_art.inc, assets/enemy_art.inc, assets/feature_art.inc, and modules/display.asm.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Difficulty also changes movement and firing intervals. The base interval is stage 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asm-space-invaders-main/variables.inc, modules/enemy.asm, modules/features.asm,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program keeps gameplay updates separate from rendering. `simulate_tick` updates state before `draw_game` presents a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asm-space-invaders-main/main.asm, variables.inc, and modules/.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excerpt comes from `read_input` in main.asm. It shows a non-blocking BIOS keyboard check followed by comparisons and conditional jumps.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asm-space-invaders-main/main.asm, variables.inc, modules/collision.asm, and modules/enemy.asm.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 reports are automated DOSBox-X runs. They do not substitute for a full human campaign or verification on the presentation computer.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asm-space-invaders-main/tests/integrated-normal-result.txt, tests/integrated-dynamic-result.txt, tests/core.asm, tests/player-bullet.asm, and tests/collision.asm.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names and sections come from the current group's report table. The table records assigned sections, not verified implementation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each member to confirm their completed work and speak about it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https://docs.google.com/document/d/12_c8mBJUFdmfvfFPC60TDtMRk0SBgZ7B6iHOYjvszec, main document member-contribution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presentation day, build and launch on the target computer, confirm keyboard input, and rehearse the time needed to reach the boss.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network, account, or database service is needed. The course document still needs current screenshots, the simulation link, contribution evidence, and the library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PRESENTATION_READINESS.md and asm-space-invaders-main/README.md.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fd9ac5ecd46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15d4a37b741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74ff2ca9a4c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babdabbae45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4f4dc25d142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6cdfc141b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461E7-B2B1-4893-97C2-FFD69A6A8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ADA4CD-E3F5-46F1-90D3-2FC243B0DC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4886AD-F946-4F4F-801D-96EDD2CBD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60AE89-03A6-49A9-B0A5-9B6915F7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0A9AA0-1058-4CF3-BD59-387E5664EC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90B393-BF21-4F0B-B3AF-0F24F1158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EAB9AE-A3D4-4947-B594-18BBE9A3B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A3F2C1-F734-4622-81F9-3FB02789CF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3B23EB-FFAE-4371-BABE-AF1A0B826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28DE1-8AD9-4013-8872-4E6C92D06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287277dbe44bc" /><Relationship Type="http://schemas.openxmlformats.org/officeDocument/2006/relationships/slideLayout" Target="/ppt/slideLayouts/slideLayout1.xml" Id="Rfa5b0faa7cb04a00" /><Relationship Type="http://schemas.openxmlformats.org/officeDocument/2006/relationships/slideLayout" Target="/ppt/slideLayouts/slideLayout2.xml" Id="Re3ca28cead0c4de4" /><Relationship Type="http://schemas.openxmlformats.org/officeDocument/2006/relationships/slideLayout" Target="/ppt/slideLayouts/slideLayout3.xml" Id="R1e277288e5e14464" /><Relationship Type="http://schemas.openxmlformats.org/officeDocument/2006/relationships/slideLayout" Target="/ppt/slideLayouts/slideLayout4.xml" Id="R691398e8461e4e29" /><Relationship Type="http://schemas.openxmlformats.org/officeDocument/2006/relationships/slideLayout" Target="/ppt/slideLayouts/slideLayout5.xml" Id="Rc403afe4c9eb46ed" /><Relationship Type="http://schemas.openxmlformats.org/officeDocument/2006/relationships/slideLayout" Target="/ppt/slideLayouts/slideLayout6.xml" Id="R3769935ba9fb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5b0faa7cb04a00"/>
    <p:sldLayoutId xmlns:r="http://schemas.openxmlformats.org/officeDocument/2006/relationships" id="2147483650" r:id="Re3ca28cead0c4de4"/>
    <p:sldLayoutId xmlns:r="http://schemas.openxmlformats.org/officeDocument/2006/relationships" id="2147483651" r:id="R1e277288e5e14464"/>
    <p:sldLayoutId xmlns:r="http://schemas.openxmlformats.org/officeDocument/2006/relationships" id="2147483652" r:id="R691398e8461e4e29"/>
    <p:sldLayoutId xmlns:r="http://schemas.openxmlformats.org/officeDocument/2006/relationships" id="2147483653" r:id="Rc403afe4c9eb46ed"/>
    <p:sldLayoutId xmlns:r="http://schemas.openxmlformats.org/officeDocument/2006/relationships" id="2147483654" r:id="R3769935ba9fb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295c17f594422" /><Relationship Type="http://schemas.openxmlformats.org/officeDocument/2006/relationships/notesSlide" Target="/ppt/notesSlides/notesSlide1.xml" Id="R78667cf146b24c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ba205f7244a43" /><Relationship Type="http://schemas.openxmlformats.org/officeDocument/2006/relationships/notesSlide" Target="/ppt/notesSlides/notesSlide2.xml" Id="R2a3b14a999534d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54ee3aeb14eb1" /><Relationship Type="http://schemas.openxmlformats.org/officeDocument/2006/relationships/notesSlide" Target="/ppt/notesSlides/notesSlide3.xml" Id="Rea8d6d426ac94b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c431a1f8f40c2" /><Relationship Type="http://schemas.openxmlformats.org/officeDocument/2006/relationships/notesSlide" Target="/ppt/notesSlides/notesSlide4.xml" Id="R7ab20d4d01c24d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4124b7b334653" /><Relationship Type="http://schemas.openxmlformats.org/officeDocument/2006/relationships/notesSlide" Target="/ppt/notesSlides/notesSlide5.xml" Id="R8147236189f8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26a552a7b489b" /><Relationship Type="http://schemas.openxmlformats.org/officeDocument/2006/relationships/notesSlide" Target="/ppt/notesSlides/notesSlide6.xml" Id="R9c43cbcbb9ab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f101a58e14fe9" /><Relationship Type="http://schemas.openxmlformats.org/officeDocument/2006/relationships/notesSlide" Target="/ppt/notesSlides/notesSlide7.xml" Id="R3e464652afc7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c2dd1e76543b5" /><Relationship Type="http://schemas.openxmlformats.org/officeDocument/2006/relationships/notesSlide" Target="/ppt/notesSlides/notesSlide8.xml" Id="R8049d543655545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729750d5b4385" /><Relationship Type="http://schemas.openxmlformats.org/officeDocument/2006/relationships/notesSlide" Target="/ppt/notesSlides/notesSlide9.xml" Id="R170f6bae031a4b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319aa6a964eb6" /><Relationship Type="http://schemas.openxmlformats.org/officeDocument/2006/relationships/notesSlide" Target="/ppt/notesSlides/notesSlide10.xml" Id="R1c84fe1d1a3141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urse">
            <a:extLst xmlns:a="http://schemas.openxmlformats.org/drawingml/2006/main">
              <a:ext uri="{FF2B5EF4-FFF2-40B4-BE49-F238E27FC236}">
                <a16:creationId xmlns:a16="http://schemas.microsoft.com/office/drawing/2014/main" id="{076A1985-53AA-400D-902B-F48FD86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CS 003 FINAL PROJECT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C7EA6D-688E-4573-9A99-DB334274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7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7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Food Invaders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940E504-F397-4FA0-8F54-0A63BDF8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A 16-bit Assembly take on Space Invaders</a:t>
            </a:r>
          </a:p>
        </p:txBody>
      </p:sp>
      <p:sp>
        <p:nvSpPr>
          <p:cNvPr id="4" name="runtime">
            <a:extLst xmlns:a="http://schemas.openxmlformats.org/drawingml/2006/main">
              <a:ext uri="{FF2B5EF4-FFF2-40B4-BE49-F238E27FC236}">
                <a16:creationId xmlns:a16="http://schemas.microsoft.com/office/drawing/2014/main" id="{88A036D2-183B-4D75-B748-BC0A796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Colored ASCII art in DOSBox-X</a:t>
            </a:r>
          </a:p>
        </p:txBody>
      </p:sp>
      <p:sp>
        <p:nvSpPr>
          <p:cNvPr id="5" name="group">
            <a:extLst xmlns:a="http://schemas.openxmlformats.org/drawingml/2006/main">
              <a:ext uri="{FF2B5EF4-FFF2-40B4-BE49-F238E27FC236}">
                <a16:creationId xmlns:a16="http://schemas.microsoft.com/office/drawing/2014/main" id="{A6FFDD35-0ABA-4F4D-AD25-1FB73B30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Group 02, Computer Architecture and Organization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E40299B-D3BE-4EB3-951F-BC35747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FB51F76-902F-461B-92E7-DB39A3B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612933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7D958B-BCFF-4F5D-A709-552F497C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GAME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324D0-B074-4A5A-A5F9-10F383F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What changed from Space Invaders</a:t>
            </a:r>
          </a:p>
        </p:txBody>
      </p:sp>
      <p:sp>
        <p:nvSpPr>
          <p:cNvPr id="3" name="modifications">
            <a:extLst xmlns:a="http://schemas.openxmlformats.org/drawingml/2006/main">
              <a:ext uri="{FF2B5EF4-FFF2-40B4-BE49-F238E27FC236}">
                <a16:creationId xmlns:a16="http://schemas.microsoft.com/office/drawing/2014/main" id="{BB10228A-D0A1-459A-93D8-8C97DEF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Four regular stages lead to a final Ratatouille boss with 20 HP.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Five food enemies move independently and use separate movement and firing timers.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Chef uses a one-damage cleaver or a slower, two-damage rolling pin.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Easy, Normal, and Hard settings change starting lives and enemy timing.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Defeated enemies can drop temporary speed, damage, or rapid-fire boosts.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These changes add gameplay rules and behavior beyond the new theme and ASCII art.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B273F0-2592-4EE6-A14D-593C3E65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830B183-6588-4FC2-96D0-5EF6A17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555885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D91E12-C95A-4DA1-A8BF-6F4294A8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HOW TO PLAY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5C0994-D791-47AB-B354-B3E6FE7F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Rules and controls</a:t>
            </a:r>
          </a:p>
        </p:txBody>
      </p:sp>
      <p:sp>
        <p:nvSpPr>
          <p:cNvPr id="3" name="rules-heading">
            <a:extLst xmlns:a="http://schemas.openxmlformats.org/drawingml/2006/main">
              <a:ext uri="{FF2B5EF4-FFF2-40B4-BE49-F238E27FC236}">
                <a16:creationId xmlns:a16="http://schemas.microsoft.com/office/drawing/2014/main" id="{F87A3F7C-A0A6-4D8C-9856-BD56D7D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Goal</a:t>
            </a:r>
          </a:p>
        </p:txBody>
      </p:sp>
      <p:sp>
        <p:nvSpPr>
          <p:cNvPr id="4" name="rules">
            <a:extLst xmlns:a="http://schemas.openxmlformats.org/drawingml/2006/main">
              <a:ext uri="{FF2B5EF4-FFF2-40B4-BE49-F238E27FC236}">
                <a16:creationId xmlns:a16="http://schemas.microsoft.com/office/drawing/2014/main" id="{CEDBCA76-514D-4243-A807-9FB1B78F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Clear the food enemies across four stages.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Avoid enemy fire, contact, and bottom breaches.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Defeat Ratatouille on stage five to win.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Lose all lives and the game ends.</a:t>
            </a:r>
          </a:p>
        </p:txBody>
      </p:sp>
      <p:sp>
        <p:nvSpPr>
          <p:cNvPr id="5" name="controls-heading">
            <a:extLst xmlns:a="http://schemas.openxmlformats.org/drawingml/2006/main">
              <a:ext uri="{FF2B5EF4-FFF2-40B4-BE49-F238E27FC236}">
                <a16:creationId xmlns:a16="http://schemas.microsoft.com/office/drawing/2014/main" id="{51D97554-AFDD-4C89-9120-F225DF8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Keyboard</a:t>
            </a:r>
          </a:p>
        </p:txBody>
      </p:sp>
      <p:sp>
        <p:nvSpPr>
          <p:cNvPr id="6" name="controls">
            <a:extLst xmlns:a="http://schemas.openxmlformats.org/drawingml/2006/main">
              <a:ext uri="{FF2B5EF4-FFF2-40B4-BE49-F238E27FC236}">
                <a16:creationId xmlns:a16="http://schemas.microsoft.com/office/drawing/2014/main" id="{221E3BFA-71A9-42E2-8E02-6ED62CF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 or D, or the arrow keys, move the Chef.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Space fires a cleaver. X fires a rolling pin.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Keys 1, 2, and 3 start Easy, Normal, or Hard.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P or Space starts Normal. Q or Escape quits.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ADBA3F2-A3DD-40F3-9957-D43C783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BC92A7-639B-45FB-AF1B-5CEF0D2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914551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3191DC-788B-4FA8-B467-01C7F50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VISUAL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176B18-1A67-4662-BF9B-923E81D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ASCII art is part of the game</a:t>
            </a:r>
          </a:p>
        </p:txBody>
      </p:sp>
      <p:sp>
        <p:nvSpPr>
          <p:cNvPr id="3" name="art-caption">
            <a:extLst xmlns:a="http://schemas.openxmlformats.org/drawingml/2006/main">
              <a:ext uri="{FF2B5EF4-FFF2-40B4-BE49-F238E27FC236}">
                <a16:creationId xmlns:a16="http://schemas.microsoft.com/office/drawing/2014/main" id="{1AB54FB4-93EC-489E-98E4-8AD84BB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Source artwork excerpts, rendered as text cells</a:t>
            </a:r>
          </a:p>
        </p:txBody>
      </p:sp>
      <p:sp>
        <p:nvSpPr>
          <p:cNvPr id="4" name="cupcake-label">
            <a:extLst xmlns:a="http://schemas.openxmlformats.org/drawingml/2006/main">
              <a:ext uri="{FF2B5EF4-FFF2-40B4-BE49-F238E27FC236}">
                <a16:creationId xmlns:a16="http://schemas.microsoft.com/office/drawing/2014/main" id="{37DEB805-8937-4EF2-A0D4-C6FF730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E18B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E18B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E18BFF"/>
                </a:solidFill>
                <a:latin typeface="DejaVu Sans"/>
                <a:ea typeface="DejaVu Sans"/>
                <a:cs typeface="DejaVu Sans"/>
              </a:rPr>
              <a:t>CUPCAKE  22 by 16</a:t>
            </a:r>
          </a:p>
        </p:txBody>
      </p:sp>
      <p:sp>
        <p:nvSpPr>
          <p:cNvPr id="5" name="cupcake-art">
            <a:extLst xmlns:a="http://schemas.openxmlformats.org/drawingml/2006/main">
              <a:ext uri="{FF2B5EF4-FFF2-40B4-BE49-F238E27FC236}">
                <a16:creationId xmlns:a16="http://schemas.microsoft.com/office/drawing/2014/main" id="{60A5AF48-7C6F-4D8E-B073-EF8F73B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    ####    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   ######   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  ########  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############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############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 @@ ####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 .. ####       </a:t>
            </a:r>
          </a:p>
          <a:p xmlns:a="http://schemas.openxmlformats.org/drawingml/2006/main">
            <a: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##############      </a:t>
            </a:r>
          </a:p>
        </p:txBody>
      </p:sp>
      <p:sp>
        <p:nvSpPr>
          <p:cNvPr id="6" name="chef-label">
            <a:extLst xmlns:a="http://schemas.openxmlformats.org/drawingml/2006/main">
              <a:ext uri="{FF2B5EF4-FFF2-40B4-BE49-F238E27FC236}">
                <a16:creationId xmlns:a16="http://schemas.microsoft.com/office/drawing/2014/main" id="{06DEBB23-49CD-4F80-9FE8-D6DD2F7C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CHEF  12 by 16</a:t>
            </a:r>
          </a:p>
        </p:txBody>
      </p:sp>
      <p:sp>
        <p:nvSpPr>
          <p:cNvPr id="7" name="chef-art">
            <a:extLst xmlns:a="http://schemas.openxmlformats.org/drawingml/2006/main">
              <a:ext uri="{FF2B5EF4-FFF2-40B4-BE49-F238E27FC236}">
                <a16:creationId xmlns:a16="http://schemas.microsoft.com/office/drawing/2014/main" id="{FC2D311D-3452-4116-AA4C-6550638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38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############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## HH @@ HH 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## HHHHHHHH 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</p:txBody>
      </p:sp>
      <p:sp>
        <p:nvSpPr>
          <p:cNvPr id="8" name="fireball-label">
            <a:extLst xmlns:a="http://schemas.openxmlformats.org/drawingml/2006/main">
              <a:ext uri="{FF2B5EF4-FFF2-40B4-BE49-F238E27FC236}">
                <a16:creationId xmlns:a16="http://schemas.microsoft.com/office/drawing/2014/main" id="{6ACFB812-0EC4-4775-BEAC-B8155680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FIREBALL  14 by 18</a:t>
            </a:r>
          </a:p>
        </p:txBody>
      </p:sp>
      <p:sp>
        <p:nvSpPr>
          <p:cNvPr id="9" name="fireball-art">
            <a:extLst xmlns:a="http://schemas.openxmlformats.org/drawingml/2006/main">
              <a:ext uri="{FF2B5EF4-FFF2-40B4-BE49-F238E27FC236}">
                <a16:creationId xmlns:a16="http://schemas.microsoft.com/office/drawing/2014/main" id="{A133FDFE-917A-4D76-BDF4-514B7708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266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    ##      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  ######    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##########  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############  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#### @@ @@ F  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##############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##########  </a:t>
            </a:r>
          </a:p>
          <a:p xmlns:a="http://schemas.openxmlformats.org/drawingml/2006/main">
            <a: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  ######    </a:t>
            </a:r>
          </a:p>
        </p:txBody>
      </p:sp>
      <p:sp>
        <p:nvSpPr>
          <p:cNvPr id="10" name="art-note">
            <a:extLst xmlns:a="http://schemas.openxmlformats.org/drawingml/2006/main">
              <a:ext uri="{FF2B5EF4-FFF2-40B4-BE49-F238E27FC236}">
                <a16:creationId xmlns:a16="http://schemas.microsoft.com/office/drawing/2014/main" id="{D04F7D81-8C0A-4737-8EA7-8024CB05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game keeps the documented source dimensions for all ten designs.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47B651-74F9-44FD-BEF0-2B80997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0E7AEB-D4C1-48A9-BB1B-1B99EE3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723365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867DAEF-FCC9-46B1-A821-32C4A0DE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GAME SYSTEMS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650760-99A8-4010-8A88-054A70B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Difficulty, stages, and power-ups</a:t>
            </a:r>
          </a:p>
        </p:txBody>
      </p:sp>
      <p:sp>
        <p:nvSpPr>
          <p:cNvPr id="3" name="difficulty-heading">
            <a:extLst xmlns:a="http://schemas.openxmlformats.org/drawingml/2006/main">
              <a:ext uri="{FF2B5EF4-FFF2-40B4-BE49-F238E27FC236}">
                <a16:creationId xmlns:a16="http://schemas.microsoft.com/office/drawing/2014/main" id="{31382905-8E02-4AC5-B0ED-7F67662E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Difficulty</a:t>
            </a:r>
          </a:p>
        </p:txBody>
      </p:sp>
      <p:sp>
        <p:nvSpPr>
          <p:cNvPr id="4" name="difficulty">
            <a:extLst xmlns:a="http://schemas.openxmlformats.org/drawingml/2006/main">
              <a:ext uri="{FF2B5EF4-FFF2-40B4-BE49-F238E27FC236}">
                <a16:creationId xmlns:a16="http://schemas.microsoft.com/office/drawing/2014/main" id="{6F85A48E-81E5-4E16-9E09-922478A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238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Easy starts with five lives and longer enemy delays.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Normal starts with three lives.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Hard starts with two lives and shorter enemy delays.</a:t>
            </a:r>
          </a:p>
        </p:txBody>
      </p:sp>
      <p:sp>
        <p:nvSpPr>
          <p:cNvPr id="5" name="stages-heading">
            <a:extLst xmlns:a="http://schemas.openxmlformats.org/drawingml/2006/main">
              <a:ext uri="{FF2B5EF4-FFF2-40B4-BE49-F238E27FC236}">
                <a16:creationId xmlns:a16="http://schemas.microsoft.com/office/drawing/2014/main" id="{9E63CFF8-83F3-4CD3-8F89-827C0BE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Campaign</a:t>
            </a:r>
          </a:p>
        </p:txBody>
      </p:sp>
      <p:sp>
        <p:nvSpPr>
          <p:cNvPr id="6" name="stages">
            <a:extLst xmlns:a="http://schemas.openxmlformats.org/drawingml/2006/main">
              <a:ext uri="{FF2B5EF4-FFF2-40B4-BE49-F238E27FC236}">
                <a16:creationId xmlns:a16="http://schemas.microsoft.com/office/drawing/2014/main" id="{4AB613E9-4619-47DD-BEB3-D2084FBC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Stages one to four each contain ten enemies.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Enemy timers tighten as stages advance.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Stage five is the 20-HP Ratatouille boss.</a:t>
            </a:r>
          </a:p>
        </p:txBody>
      </p:sp>
      <p:sp>
        <p:nvSpPr>
          <p:cNvPr id="7" name="powerups-heading">
            <a:extLst xmlns:a="http://schemas.openxmlformats.org/drawingml/2006/main">
              <a:ext uri="{FF2B5EF4-FFF2-40B4-BE49-F238E27FC236}">
                <a16:creationId xmlns:a16="http://schemas.microsoft.com/office/drawing/2014/main" id="{C37DB288-1EA2-424B-AD2C-F8E37BD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Power-ups</a:t>
            </a:r>
          </a:p>
        </p:txBody>
      </p:sp>
      <p:sp>
        <p:nvSpPr>
          <p:cNvPr id="8" name="powerups">
            <a:extLst xmlns:a="http://schemas.openxmlformats.org/drawingml/2006/main">
              <a:ext uri="{FF2B5EF4-FFF2-40B4-BE49-F238E27FC236}">
                <a16:creationId xmlns:a16="http://schemas.microsoft.com/office/drawing/2014/main" id="{E555F8A3-D29C-44B6-A7C2-9E7F520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238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An enemy has a one-in-four chance to drop a fireball when none is active.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Green boosts speed. Red adds damage. Yellow shortens cooldowns.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Each boost lasts 80 game ticks.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C5EB9FB-0D90-43EF-800B-169AC87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6B6C724-CF62-4F48-8D2F-4DB343E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911615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F0DEE8D-FB6A-4BA5-B594-109ECA1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9F5FD4-8290-408F-912F-8E542BB5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Program flow and module boundaries</a:t>
            </a:r>
          </a:p>
        </p:txBody>
      </p:sp>
      <p:sp>
        <p:nvSpPr>
          <p:cNvPr id="3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DABD6BB3-ED87-464D-A733-D2C8042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One game iteration</a:t>
            </a:r>
          </a:p>
        </p:txBody>
      </p:sp>
      <p:sp>
        <p:nvSpPr>
          <p:cNvPr id="4" name="flow">
            <a:extLst xmlns:a="http://schemas.openxmlformats.org/drawingml/2006/main">
              <a:ext uri="{FF2B5EF4-FFF2-40B4-BE49-F238E27FC236}">
                <a16:creationId xmlns:a16="http://schemas.microsoft.com/office/drawing/2014/main" id="{F3E2132D-8791-4180-98E8-49A095E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143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Initialize the SVGA text mode and shared game state.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Read one pending keyboard command through INT 16h.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Update timers, player, enemies, shots, collisions, and stage events.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Draw the HUD and ASCII sprites into the back buffer.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Copy the frame to text memory at B800h and wait about 50 ms.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Continue while playing, or show victory or game over.</a:t>
            </a:r>
          </a:p>
        </p:txBody>
      </p:sp>
      <p:sp>
        <p:nvSpPr>
          <p:cNvPr id="5" name="modules-heading">
            <a:extLst xmlns:a="http://schemas.openxmlformats.org/drawingml/2006/main">
              <a:ext uri="{FF2B5EF4-FFF2-40B4-BE49-F238E27FC236}">
                <a16:creationId xmlns:a16="http://schemas.microsoft.com/office/drawing/2014/main" id="{14A2ACF5-1FE3-4449-917A-51ADCDB7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Source modules</a:t>
            </a:r>
          </a:p>
        </p:txBody>
      </p:sp>
      <p:sp>
        <p:nvSpPr>
          <p:cNvPr id="6" name="module-lines">
            <a:extLst xmlns:a="http://schemas.openxmlformats.org/drawingml/2006/main">
              <a:ext uri="{FF2B5EF4-FFF2-40B4-BE49-F238E27FC236}">
                <a16:creationId xmlns:a16="http://schemas.microsoft.com/office/drawing/2014/main" id="{4CC851FE-F7F7-4A41-AD99-0AAF6A2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762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main.asm</a:t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Initialization, input, menu, and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variables.inc</a:t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Shared constants and game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player.asm, bullet.asm, features.asm</a:t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Movement, weapons, and power-ups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enemy.asm, collision.asm, encounter.asm</a:t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Enemy behavior, hits, and progression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display.asm, menu.asm</a:t>
            </a:r>
          </a:p>
          <a:p xmlns:a="http://schemas.openxmlformats.org/drawingml/2006/main">
            <a: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ASCII rendering and result screens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5ED6B2-CDEE-4F37-B9DB-1869E4B2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4F2C4E6-5C9F-496A-B4DD-EBAE4FC8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718578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02EFD8-307C-49E9-8586-CD5772D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ASSEMBLY CONCEPTS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911CF6-1DF2-4FC3-AD52-4E91E34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Registers, memory, and decisions</a:t>
            </a:r>
          </a:p>
        </p:txBody>
      </p:sp>
      <p:sp>
        <p:nvSpPr>
          <p:cNvPr id="3" name="code-label">
            <a:extLst xmlns:a="http://schemas.openxmlformats.org/drawingml/2006/main">
              <a:ext uri="{FF2B5EF4-FFF2-40B4-BE49-F238E27FC236}">
                <a16:creationId xmlns:a16="http://schemas.microsoft.com/office/drawing/2014/main" id="{0DB70D01-72D6-45CC-A6BD-7B4A444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Keyboard polling excerpt</a:t>
            </a:r>
          </a:p>
        </p:txBody>
      </p:sp>
      <p:sp>
        <p:nvSpPr>
          <p:cNvPr id="4" name="code">
            <a:extLst xmlns:a="http://schemas.openxmlformats.org/drawingml/2006/main">
              <a:ext uri="{FF2B5EF4-FFF2-40B4-BE49-F238E27FC236}">
                <a16:creationId xmlns:a16="http://schemas.microsoft.com/office/drawing/2014/main" id="{A5757F68-EDA9-4E11-88FA-C2958A90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14350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mov ah, 01h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int 16h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jz .done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mov ah, 00h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int 16h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cmp al, 'd'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je .right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cmp al, ' '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je .fire</a:t>
            </a:r>
          </a:p>
          <a:p xmlns:a="http://schemas.openxmlformats.org/drawingml/2006/main">
            <a: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jmp .done</a:t>
            </a:r>
          </a:p>
        </p:txBody>
      </p:sp>
      <p:sp>
        <p:nvSpPr>
          <p:cNvPr id="5" name="code-note">
            <a:extLst xmlns:a="http://schemas.openxmlformats.org/drawingml/2006/main">
              <a:ext uri="{FF2B5EF4-FFF2-40B4-BE49-F238E27FC236}">
                <a16:creationId xmlns:a16="http://schemas.microsoft.com/office/drawing/2014/main" id="{122D8961-B957-4575-8ACE-D88D1A4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The full routine also checks arrows, other assigned keys, and Escape.</a:t>
            </a:r>
          </a:p>
        </p:txBody>
      </p:sp>
      <p:sp>
        <p:nvSpPr>
          <p:cNvPr id="6" name="concepts-heading">
            <a:extLst xmlns:a="http://schemas.openxmlformats.org/drawingml/2006/main">
              <a:ext uri="{FF2B5EF4-FFF2-40B4-BE49-F238E27FC236}">
                <a16:creationId xmlns:a16="http://schemas.microsoft.com/office/drawing/2014/main" id="{8B45FC63-0419-4633-96CD-D1E53AE4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What the code demonstrates</a:t>
            </a:r>
          </a:p>
        </p:txBody>
      </p:sp>
      <p:sp>
        <p:nvSpPr>
          <p:cNvPr id="7" name="concepts">
            <a:extLst xmlns:a="http://schemas.openxmlformats.org/drawingml/2006/main">
              <a:ext uri="{FF2B5EF4-FFF2-40B4-BE49-F238E27FC236}">
                <a16:creationId xmlns:a16="http://schemas.microsoft.com/office/drawing/2014/main" id="{4C19263A-EC0C-4B25-95B3-7FEF5C9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AH selects a BIOS keyboard service. AL holds the character.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CMP compares input. JE and JZ branch on flags. JMP skips the remaining checks.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Variables and arrays store the player, enemies, shots, score, and stage state.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COM uses 16-bit real mode with 386 instructions for DWORD calculations.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stack and register-preserving routines pass data between modules.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0872030-26C7-4A5B-87C0-F24F4E4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ABF7D6B-7BDD-4B54-8254-7A65EE84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344912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C3542A-A070-4BDC-AAED-5A9B6CF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QUALITY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36168F-4D54-43D2-9B37-98982F86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Verification and known limits</a:t>
            </a:r>
          </a:p>
        </p:txBody>
      </p:sp>
      <p:sp>
        <p:nvSpPr>
          <p:cNvPr id="3" name="assertions">
            <a:extLst xmlns:a="http://schemas.openxmlformats.org/drawingml/2006/main">
              <a:ext uri="{FF2B5EF4-FFF2-40B4-BE49-F238E27FC236}">
                <a16:creationId xmlns:a16="http://schemas.microsoft.com/office/drawing/2014/main" id="{E30204B9-CDC1-4349-84BA-7169A915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8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8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40,312</a:t>
            </a:r>
          </a:p>
        </p:txBody>
      </p:sp>
      <p:sp>
        <p:nvSpPr>
          <p:cNvPr id="4" name="assertions-caption">
            <a:extLst xmlns:a="http://schemas.openxmlformats.org/drawingml/2006/main">
              <a:ext uri="{FF2B5EF4-FFF2-40B4-BE49-F238E27FC236}">
                <a16:creationId xmlns:a16="http://schemas.microsoft.com/office/drawing/2014/main" id="{29798E94-EE8D-46B8-A175-64884D57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core assertions pass on each DOSBox-X CPU core</a:t>
            </a:r>
          </a:p>
        </p:txBody>
      </p:sp>
      <p:sp>
        <p:nvSpPr>
          <p:cNvPr id="5" name="suite-list">
            <a:extLst xmlns:a="http://schemas.openxmlformats.org/drawingml/2006/main">
              <a:ext uri="{FF2B5EF4-FFF2-40B4-BE49-F238E27FC236}">
                <a16:creationId xmlns:a16="http://schemas.microsoft.com/office/drawing/2014/main" id="{11D564EE-F52B-44F6-96AF-98889A7C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Normal 386 core: TEST, PBTEST, COLLTEST pass</a:t>
            </a:r>
          </a:p>
          <a:p xmlns:a="http://schemas.openxmlformats.org/drawingml/2006/main">
            <a:pPr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Dynamic 386 core: TEST, PBTEST, COLLTEST pass</a:t>
            </a:r>
          </a:p>
          <a:p xmlns:a="http://schemas.openxmlformats.org/drawingml/2006/main">
            <a:pPr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20,000 simulation ticks and five-stage campaign tested</a:t>
            </a:r>
          </a:p>
        </p:txBody>
      </p:sp>
      <p:sp>
        <p:nvSpPr>
          <p:cNvPr id="6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C5BD7B0B-9502-4327-ACA8-EE5EB8D0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Still unverified</a:t>
            </a:r>
          </a:p>
        </p:txBody>
      </p:sp>
      <p:sp>
        <p:nvSpPr>
          <p:cNvPr id="7" name="limits">
            <a:extLst xmlns:a="http://schemas.openxmlformats.org/drawingml/2006/main">
              <a:ext uri="{FF2B5EF4-FFF2-40B4-BE49-F238E27FC236}">
                <a16:creationId xmlns:a16="http://schemas.microsoft.com/office/drawing/2014/main" id="{8133E867-5FD2-4A92-9629-89DD390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 full human campaign and game-over run on the presentation computer.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Windows PowerShell and Termux launch paths on their target devices.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Group approval of the updated screen proportions and final slides.</a:t>
            </a:r>
          </a:p>
        </p:txBody>
      </p:sp>
      <p:sp>
        <p:nvSpPr>
          <p:cNvPr id="8" name="runtime-note">
            <a:extLst xmlns:a="http://schemas.openxmlformats.org/drawingml/2006/main">
              <a:ext uri="{FF2B5EF4-FFF2-40B4-BE49-F238E27FC236}">
                <a16:creationId xmlns:a16="http://schemas.microsoft.com/office/drawing/2014/main" id="{DEBE0404-387E-4055-BE30-9B521F3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A live DOSBox-X launch, start, movement, and weapon input were observed on this host.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7C7372-C8EE-4D41-9F53-9272C36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4E329FB-51E3-4FB7-AE4F-DCB0B14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309379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D8675F-A770-4038-AC9B-AE2EE2F9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6AE7EF-545E-44CE-AB1A-CF89A39D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Group roles and assigned sections</a:t>
            </a:r>
          </a:p>
        </p:txBody>
      </p:sp>
      <p:sp>
        <p:nvSpPr>
          <p:cNvPr id="3" name="team-note">
            <a:extLst xmlns:a="http://schemas.openxmlformats.org/drawingml/2006/main">
              <a:ext uri="{FF2B5EF4-FFF2-40B4-BE49-F238E27FC236}">
                <a16:creationId xmlns:a16="http://schemas.microsoft.com/office/drawing/2014/main" id="{D0B472F5-9742-4E59-B6B7-4336684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The group document lists these report assignments; members should confirm speaking roles and actual code contributions.</a:t>
            </a:r>
          </a:p>
        </p:txBody>
      </p:sp>
      <p:sp>
        <p:nvSpPr>
          <p:cNvPr id="4" name="member-list-left">
            <a:extLst xmlns:a="http://schemas.openxmlformats.org/drawingml/2006/main">
              <a:ext uri="{FF2B5EF4-FFF2-40B4-BE49-F238E27FC236}">
                <a16:creationId xmlns:a16="http://schemas.microsoft.com/office/drawing/2014/main" id="{606EE4A7-F280-4A3E-AA2F-F390A7D7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5143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Dela Torre, Princess M.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Overview, input and control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Nera, Stephen Jarcelle D.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Design choices, modification, registers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Ramirez, Jamaimah Janna P.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Objectives and Assembly instructions</a:t>
            </a:r>
          </a:p>
        </p:txBody>
      </p:sp>
      <p:sp>
        <p:nvSpPr>
          <p:cNvPr id="5" name="member-list-right">
            <a:extLst xmlns:a="http://schemas.openxmlformats.org/drawingml/2006/main">
              <a:ext uri="{FF2B5EF4-FFF2-40B4-BE49-F238E27FC236}">
                <a16:creationId xmlns:a16="http://schemas.microsoft.com/office/drawing/2014/main" id="{CD4F6B26-EDA2-4DDA-835A-97BB613E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5143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Sabando, Christianne Denise S.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Game design and Assembly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Urbina, Patrick M.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Rules, features, and control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San Jose, Tobiel R.</a:t>
            </a:r>
          </a:p>
          <a:p xmlns:a="http://schemas.openxmlformats.org/drawingml/2006/main">
            <a: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Game description and architecture concepts</a:t>
            </a:r>
          </a:p>
        </p:txBody>
      </p:sp>
      <p:sp>
        <p:nvSpPr>
          <p:cNvPr id="6" name="team-caveat">
            <a:extLst xmlns:a="http://schemas.openxmlformats.org/drawingml/2006/main">
              <a:ext uri="{FF2B5EF4-FFF2-40B4-BE49-F238E27FC236}">
                <a16:creationId xmlns:a16="http://schemas.microsoft.com/office/drawing/2014/main" id="{78D01D77-D61B-4EB6-8190-533BDDF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The assignment table is not proof of completed code work. Confirm each person's contribution before presenting.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CE5CC3-3318-4B61-85B4-CA8B423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0F4AB97-AC5D-4F58-916D-CB7DE07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2108314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79A5C1-8C7B-4FA1-8338-6D2F2ACF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PRESENTATION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62B4CA-34AF-439C-9A9A-10EA8076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Live demo and Q&amp;A</a:t>
            </a:r>
          </a:p>
        </p:txBody>
      </p:sp>
      <p:sp>
        <p:nvSpPr>
          <p:cNvPr id="3" name="demo-steps">
            <a:extLst xmlns:a="http://schemas.openxmlformats.org/drawingml/2006/main">
              <a:ext uri="{FF2B5EF4-FFF2-40B4-BE49-F238E27FC236}">
                <a16:creationId xmlns:a16="http://schemas.microsoft.com/office/drawing/2014/main" id="{A674BD36-F704-40B8-ADAE-C75732F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38225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Launch the game in DOSBox-X with SVGA S3 mode.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Choose a difficulty and show the title-screen ASCII preview.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Move the Chef. Demonstrate the cleaver and rolling pin.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Show enemy movement, hostile fire, and a fireball boost if one drops.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Continue through the campaign to the Ratatouille boss if time allows.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Take questions about Assembly state, registers, interrupts, and testing.</a:t>
            </a:r>
          </a:p>
        </p:txBody>
      </p:sp>
      <p:sp>
        <p:nvSpPr>
          <p:cNvPr id="4" name="fallback">
            <a:extLst xmlns:a="http://schemas.openxmlformats.org/drawingml/2006/main">
              <a:ext uri="{FF2B5EF4-FFF2-40B4-BE49-F238E27FC236}">
                <a16:creationId xmlns:a16="http://schemas.microsoft.com/office/drawing/2014/main" id="{47F718ED-9A00-4BDD-9825-910C9B7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If DOSBox-X fails, show current source and test logs. Identify them as automated evidence, not live gameplay.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B27DFA7-98E6-423C-8F14-756BF56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A6D3E73-8EF1-434B-ABD6-29E3C36A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595335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2026-10-19T19:19:46.8160000Z</dcterms:created>
  <dcterms:modified xsi:type="dcterms:W3CDTF">2026-10-19T19:19:46.8170000Z</dcterms:modified>
</coreProperties>
</file>